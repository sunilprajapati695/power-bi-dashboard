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0" autoAdjust="0"/>
    <p:restoredTop sz="86410" autoAdjust="0"/>
  </p:normalViewPr>
  <p:slideViewPr>
    <p:cSldViewPr snapToGrid="0" snapToObjects="1">
      <p:cViewPr varScale="1">
        <p:scale>
          <a:sx n="71" d="100"/>
          <a:sy n="71" d="100"/>
        </p:scale>
        <p:origin x="235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6132B-9015-42F6-8CB7-CBA50D5E10F0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E4098B-3DE8-445C-B7DC-F1B1611D5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197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Store Count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Zone wise Sales with Gro/Deg%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azureMap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Store Count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MOM Sales vs Budget Ach%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Day wise Sale TY vs LY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Sales Bar Chart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Store Count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Store Count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RM Dashboard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AM Dashboard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Store Count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tableEx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Discount comparision MOM LY vs TY 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cardVisual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Category Contribution %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Store Count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slicer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ex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decompositionTreeVisual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textbox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shape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  <a:p>
            <a:r>
              <a:rPr b="1" dirty="0"/>
              <a:t>image</a:t>
            </a:r>
            <a:endParaRPr dirty="0"/>
          </a:p>
          <a:p>
            <a:r>
              <a:rPr b="0" dirty="0"/>
              <a:t>No alt text provided</a:t>
            </a:r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869e339a-ac75-4d98-9f4e-1ceb632d0f28/?pbi_source=PowerPoin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869e339a-ac75-4d98-9f4e-1ceb632d0f28/?pbi_source=PowerPoin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869e339a-ac75-4d98-9f4e-1ceb632d0f28/?pbi_source=PowerPoin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869e339a-ac75-4d98-9f4e-1ceb632d0f28/?pbi_source=PowerPoin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869e339a-ac75-4d98-9f4e-1ceb632d0f28/?pbi_source=PowerPoin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869e339a-ac75-4d98-9f4e-1ceb632d0f28/?pbi_source=PowerPoint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869e339a-ac75-4d98-9f4e-1ceb632d0f28/?pbi_source=PowerPoint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869e339a-ac75-4d98-9f4e-1ceb632d0f28/?pbi_source=PowerPoint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869e339a-ac75-4d98-9f4e-1ceb632d0f28/?pbi_source=PowerPoin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869e339a-ac75-4d98-9f4e-1ceb632d0f28/?pbi_source=PowerPoin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869e339a-ac75-4d98-9f4e-1ceb632d0f28/?pbi_source=PowerPoin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extbo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slicer ,Store Count ,slicer ,slicer ,slicer ,slicer ,cardVisual ,Zone wise Sales with Gro/Deg% ,shape ,shape ,shape ,textbox ,textbox ,imag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Zone wise Perfomence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azureMap ,textbox ,image ,textbox ,shap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wise Sale vs Budget YTD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shape ,slicer ,Store Count ,slicer ,slicer ,slicer ,slicer ,MOM Sales vs Budget Ach% ,cardVisual ,textbox ,shape ,textbox ,Day wise Sale TY vs LY ,imag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MOM Perfomence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Sales Bar Chart ,shape ,slicer ,Store Count ,slicer ,slicer ,slicer ,slicer ,cardVisual ,textbox ,shape ,textbox ,imag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YOY &amp; MOM Perfomrnce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extbox ,shape ,image ,shape ,slicer ,Store Count ,slicer ,slicer ,RM Dashboard ,AM Dashboard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Zone &amp; RM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textbox ,shape ,image ,shape ,Store Count ,slicer ,tableEx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 wise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shape ,slicer ,tableEx ,slicer ,textbox ,image ,shap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 wise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slicer ,Discount comparision MOM LY vs TY  ,cardVisual ,slicer ,textbox ,shape ,imag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Discount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Category Contribution % ,shape ,slicer ,slicer ,Store Count ,slicer ,slicer ,slicer ,textbox ,shape ,textbox ,imag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Perfomrnce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 title="This slide contains the following visuals: shape ,decompositionTreeVisual ,textbox ,shape ,image. Please refer to the notes on this slide for details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0"/>
            <a:ext cx="12020550" cy="6858000"/>
          </a:xfrm>
          <a:prstGeom prst="rect">
            <a:avLst/>
          </a:prstGeom>
          <a:noFill/>
        </p:spPr>
      </p:pic>
      <p:sp>
        <p:nvSpPr>
          <p:cNvPr id="4" name="Title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 hoc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543</Words>
  <Application>Microsoft Office PowerPoint</Application>
  <PresentationFormat>Widescreen</PresentationFormat>
  <Paragraphs>285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Custom Design</vt:lpstr>
      <vt:lpstr>Page 1</vt:lpstr>
      <vt:lpstr>Zone wise Perfomence</vt:lpstr>
      <vt:lpstr>State wise Sale vs Budget YTD</vt:lpstr>
      <vt:lpstr>MOM Perfomence</vt:lpstr>
      <vt:lpstr>YOY &amp; MOM Perfomrnce</vt:lpstr>
      <vt:lpstr>Zone &amp; RM Dashboard</vt:lpstr>
      <vt:lpstr>State wise Dashboard</vt:lpstr>
      <vt:lpstr>Store wise Dashboard</vt:lpstr>
      <vt:lpstr>Discount Analysis</vt:lpstr>
      <vt:lpstr>Category Perfomrnce</vt:lpstr>
      <vt:lpstr>Ad hoc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sunil prajapati</cp:lastModifiedBy>
  <cp:revision>5</cp:revision>
  <dcterms:created xsi:type="dcterms:W3CDTF">2016-09-04T11:54:55Z</dcterms:created>
  <dcterms:modified xsi:type="dcterms:W3CDTF">2026-01-12T07:21:43Z</dcterms:modified>
</cp:coreProperties>
</file>